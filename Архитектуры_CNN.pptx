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прошлом занятии мы разобрали одну операцию свертки и один сверточный слой. Сегодня соберем из них целую сеть, обучим ее на картинках одежды и сравним с полносвязной сетью из занятия Б1.1. Вторая линия занятия – история: как за три года (2012–2015) сверточные сети прошли путь от первой громкой победы до точности выше человеческой оценки и какие идеи для этого понадобились. К концу занятия каждый должен уметь прочитать и написать класс `nn.Module` для небольшой CNN и объяснить идею остаточной связи.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график ошибки победителей конкурса ImageNet: 1,2 млн картинок, 1000 классов, ошибка «top-5» – верный ответ не попал в пять самых вероятных. До 2012 года ошибка снижалась на 2–3 пункта в год (28,2 % → 25,8 %), а в 2012 году AlexNet сразу дала 16,4 %. В 2015 году ResNet опустилась до 3,6 % – ниже оценки человека около 5 % (Karpathy, 2014). Спросите: «Что изменилось в 2012 году?» (ожидаемые ответы: сверточная сеть вместо ручных признаков; видеокарты; много данных). Пообещайте, что сегодня разберем, какие идеи стоят за каждой ступенькой графика.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Почти любая сверточная сеть для классификации устроена одинаково: сначала несколько блоков «свертка → ReLU → пулинг» превращают картинку в набор признаков, затем полносвязная часть по этим признакам выбирает класс. Разберем это на нашей маленькой сети для FashionMNIST.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схему `SimpleCNN` слева направо. Экстрактор признаков – два одинаковых блока: свертка 3 × 3 с дополнением нулями, ReLU и max pooling 2 × 2. Классификатор – вытягивание карты в вектор и один полносвязный слой на 10 классов. Обратите внимание на закономерность: от блока к блоку картинка уменьшается (28 → 14 → 7), а каналов становится больше (1 → 8 → 16) – пространственная информация «переливается» в признаки. Спросите: «С какой моделью 9 класса можно сравнить классификатор?» (с логистической регрессией на 10 классов, только признаки для нее строит сама сеть). Связанное задание – А1.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Считаем формы по формуле из занятия Б1.3 `⌊(n + 2p − k)/s⌋ + 1`. Вход 1 × 28 × 28. Свертка 1 → 8, k = 3, p = 1: (28 + 2 − 3)/1 + 1 = 28, форма 8 × 28 × 28. Пулинг 2 × 2 с шагом 2: (28 − 2)/2 + 1 = 14, форма 8 × 14 × 14. Свертка 8 → 16: 16 × 14 × 14. Пулинг: 16 × 7 × 7. Вытягивание: 16 · 7 · 7 = 784 числа – столько же, сколько пикселей во входе, но это уже признаки, а не пиксели. Линейный слой: 10 логитов. Дополнительное задание классу: какой будет вход классификатора, если убрать `padding=1` (ответ: 28 → 26 → 13 → 11 → 5, вход 16 · 5 · 5 = 400).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рецептивное поле на нашей сети: после первой свертки 3 × 3 число карты зависит от окна 3 × 3 пикселя, после пулинга и второй свертки – 8 × 8, после второго пулинга – 10 × 10. Поэтому первые слои находят простые детали – границы и перепады яркости, похожие на ядра Собеля из Б1.3, – а следующие комбинируют их в углы, куски контура и текстуры. В больших сетях еще глубже появляются нейроны, откликающиеся на части объектов и целые объекты (это покажем в Б2.5 на предобученной сети). Спросите: «Почему признаки глубокого слоя грубее по размеру?» (карта меньше, каждое число видит большой кусок картинки). Задание А5.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За каждой ступенькой графика ImageNet стоит одна-две новые идеи. Разберем четыре сети: LeNet, AlexNet, VGG и ResNet. Для каждой запомним одну главную идею.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линии времени (GF 9.11). LeNet (1998, Ян Лекун) распознавала рукописные цифры на банковских чеках: свертки и пулинг, около 60 тыс. параметров – по устройству почти наша сеть. AlexNet (2012) – в тысячу раз больше, около 60 млн параметров; новое: ReLU вместо сигмоиды, dropout против переобучения, обучение на двух видеокартах. VGG (2014) – только свертки 3 × 3 в стопках, 16–19 слоев, 138 млн параметров. ResNet (2015) – остаточные связи и 152 слоя. Спросите: «Почему идея LeNet ждала 14 лет?» (не хватало данных и вычислительной мощности; ImageNet и видеокарты появились к 2012 году).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Рецептивное поле: одна свертка 5 × 5 видит окно 5 × 5; две свертки 3 × 3 подряд – тоже 5 × 5 (1 + 2 · (3 − 1) = 5, формула из Б1.3). Веса на пару каналов: 25 против 2 · 9 = 18. Для слоя с 64 входными и 64 выходными каналами: 64 · 64 · 25 = 102 400 весов против 2 · 64 · 64 · 9 = 73 728 – на 28 % меньше. Бонус: между двумя свертками стоит еще одна ReLU, то есть сеть становится «более нелинейной». Дополнительное задание: сравните одну свертку 7 × 7 и три 3 × 3 для 64 каналов (ответ: 200 704 против 110 592 весов, поле 7 × 7 у обоих).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парадокс, с которого начинается статья ResNet [RESNET]: обычная сеть из 56 слоев на CIFAR-10 дает большую ошибку, чем сеть из 20 слоев, даже на обучающей выборке. Это не переобучение – глубокую сеть просто трудно оптимизировать. Решение: блок вычисляет не новое значение, а добавку к входу, y = F(x) + x, где F – две свертки с ReLU. Нарисуйте блок на доске: основной путь через свертки и «прямую дорогу» в обход них. Спросите: «Как блоку ничего не делать?» (достаточно F(x) = 0, то есть нулевых весов) – значит, добавление блока не может ухудшить сеть. Задание А6.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По цепному правилу из Б1.2 градиент первого слоя – произведение производных всех следующих. Обычная сеть: пусть каждый слой ослабляет градиент в 10 раз, производная 0,1. Через 8 слоев: 0,1⁸ = 10⁻⁸ – до начала сети не доходит почти ничего. Остаточная сеть: производная блока ∂y/∂x = 1 + ∂F/∂x = 1 + 0,1 = 1,1, через 8 блоков 1,1⁸ ≈ 2,14 – градиент доходит. Единица от «прямой дороги» не дает произведению исчезнуть. В ноутбуке (А6) это видно на опыте: сеть из 16 сверток без остаточных связей почти не учится, потеря стоит около ln 10 ≈ 2,30. Упомяните: в настоящих ResNet внутри блока есть BatchNorm (Б2.2). Дополнительное задание: сколько останется через 20 слоев (ответ: 10⁻²⁰ против 1,1²⁰ ≈ 6,7).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Сравним нашу маленькую CNN с полносвязной сетью из Б1.1 по трем числам: параметры, вычисления и точность. Результат выглядит парадоксально: сеть в 11 раз меньше оказывается точнее.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Параметры сверточного слоя – `C_out·(C_in·k·k) + C_out` (Б1.3), полносвязного – `n_in·n_out + n_out` (Б1.1). Первая свертка: 8 · 9 + 8 = 80. Вторая: 16 · (8 · 9) + 16 = 1 168. Классификатор: 784 · 10 + 10 = 7 850. Итого 9 098. Обратите внимание: 86 % параметров сидят в единственном полносвязном слое, а обе свертки вместе – меньше 1 300. Спросите: «Сколько параметров станет без пулинга?» (карта 16 × 28 × 28 = 12 544 числа, классификатор 125 450, всего 126 698 – больше, чем у MLP). Задание А2.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две сети. Параметры: 101 770 у MLP против 9 098 у CNN – в 11 раз меньше. Вычисления: у CNN 290 080 умножений на картинку против 101 632 у MLP – почти втрое больше, потому что каждое ядро применяется во многих позициях; поэтому эпоха CNN длится дольше. Точность на тесте после 2 эпох – на слайде ожидаемые диапазоны, при подготовке подставьте числа из своего прогона задания А4. Объяснение: в CNN заложены знания о картинках – локальность, общие веса, устойчивость к сдвигу (GF 9.4, 7.9.1), – а MLP должна выучить все это из данных. Сравните с логистической регрессией 9 класса на пикселях (около 0,84).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Сильные стороны сверточных сетей: мало параметров при высокой точности; признаки строятся иерархически от границ к частям объектов; обученные слои переносятся на другие задачи (Б2.5); остаточные связи позволяют строить сети в сотни слоев. Слабые: вычислений много, нужны видеокарты; нужны большие размеченные наборы или аугментация (Б2.4); без остаточных связей и нормализации глубокие сети плохо учатся; сеть видит только картинки фиксированной структуры и не умеет работать с последовательностями переменной длины. Анонсируйте Б1.5: для текста и речи нужны рекуррентные слои.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В этой части мы впервые пользуемся готовыми модулями PyTorch: `nn.Module`, `nn.Conv2d`, `DataLoader`, `torch.optim`. Свои функции из частей 1С и 3К теперь служат для проверки: число параметров и размеры карт считаем и формулами, и через PyTorch.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Сеть – класс-наследник `nn.Module`. В `__init__` слои создаются и сохраняются атрибутами – PyTorch сам находит их веса, и они попадают в `model.parameters()` и в оптимизатор. В `forward` описан порядок вычислений; вызов `model(x)` запускает `forward`. Предупредите две ошибки: забыть `super().__init__()` (PyTorch выдаст ошибку при создании первого слоя) и написать `x.flatten()` без аргумента (весь пакет сольется в один вектор). Спросите: «Где в классе хранится информация о том, что после свертки идет ReLU?» (в порядке модулей внутри `nn.Sequential` и в `forward`). Задание А1.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`DataLoader`: он нарезает набор на пакеты и перемешивает их каждую эпоху – то, что в Б1.2 делала функция `train_epoch` через `torch.randperm`. Каждый шаг цикла дает пакет картинок (64, 1, 28, 28) и меток (64,). `transforms.ToTensor()` превращает картинку в тензор с числами от 0 до 1. Цикл обучения – те же пять строк из Б1.2. Спросите: «Сколько шагов в эпохе при 60 000 картинок и пакете 64?» (938, последний пакет – 32 картинки). Упомяните, что набор скачивается заранее в папку `data`. Задание А3.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А1 – класс `SimpleCNN` и проверка формы выхода (главное задание); А2 – `count_params`, ожидается 9 098; А3 – `train_epoch` и `evaluate` для `DataLoader`; А4 – `fit` и таблица «параметры / точность train / точность test» для MLP и CNN; А5 – `get_feature_maps`, фильтры и карты признаков; А6 – `ResidualBlock` и опыт «8 обычных блоков против 8 остаточных» (главное задание). Правило части: используем `nn.Module`, свои функции из прошлых частей – для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объяснить, почему маленькая CNN точнее большой MLP и зачем нужна остаточная связь. Тема усвоена, если звучат слова «экстрактор признаков», «свертка – ReLU – пулинг», «стопка 3 × 3», «остаточная связь», «градиент проходит по прямой дороге», «nn.Module и forward». Пройдитесь по шести пунктам и анонсируйте следующее занятие: рекуррентные слои для последовательностей.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5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Архитектуры CNN: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из сверток собирают сеть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406908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7" name="Image 1" descr="img5/ic_FaGraduationC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0" y="4187586"/>
            <a:ext cx="201900" cy="201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5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37760" y="822960"/>
            <a:ext cx="502920" cy="43891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5" name="Image 1" descr="img5/ic_FaQuoteLef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70" y="941466"/>
            <a:ext cx="201900" cy="2019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937760" y="14173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 2012 году ошибка упала почти вдвое, а в 2015-м сеть обогнала человека. Что случилось?»</a:t>
            </a:r>
            <a:endParaRPr lang="en-US" sz="1900" dirty="0"/>
          </a:p>
        </p:txBody>
      </p:sp>
      <p:sp>
        <p:nvSpPr>
          <p:cNvPr id="7" name="Text 2"/>
          <p:cNvSpPr txBox="1"/>
          <p:nvPr/>
        </p:nvSpPr>
        <p:spPr>
          <a:xfrm>
            <a:off x="4937760" y="31089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1,2 млн картинок, 1000 классов. Ошибка top-5 – верный ответ не попал в пять самых вероятных. Сегодня разберем идеи за каждой ступенькой.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5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Типовая CNN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Экстрактор признаков и классификатор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= признаки + классификатор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1×28×28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45920" y="173736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4592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1→8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834640" y="173736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3464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8×14×14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23360" y="173736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2336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8→16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212080" y="173736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1208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16×7×7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0" y="173736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740664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589520" y="173736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8952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логитов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45920" y="1463040"/>
            <a:ext cx="4480560" cy="0"/>
          </a:xfrm>
          <a:prstGeom prst="line">
            <a:avLst/>
          </a:prstGeom>
          <a:noFill/>
          <a:ln w="19050">
            <a:solidFill>
              <a:srgbClr val="8F826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645920" y="11887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ЭКСТРАКТОР ПРИЗНАКОВ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00800" y="1463040"/>
            <a:ext cx="2194560" cy="0"/>
          </a:xfrm>
          <a:prstGeom prst="line">
            <a:avLst/>
          </a:prstGeom>
          <a:noFill/>
          <a:ln w="19050">
            <a:solidFill>
              <a:srgbClr val="8F826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0" y="1188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" y="299008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29900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9728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 «свертка → ReLU → пулинг»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097280" y="3264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Повторяется; каждый находит признаки сложнее прежних.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63440" y="299008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663440" y="29900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3035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Каналов больше – карта меньше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5303520" y="32644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→ 14 → 7 по размеру, 1 → 8 → 16 по каналам.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 – логистическая регрессия на 10 классов, только признаки для нее сеть строит сама.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тензора по слоям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502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n_out = ⌊(n + 2p − k) / s⌋ + 1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932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из занятия Б1.3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463040"/>
            <a:ext cx="411480" cy="36576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463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481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Conv, k = 3, p = 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(28 + 2 − 3) + 1 = 28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28 × 28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60320" y="13258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0" y="1463040"/>
            <a:ext cx="411480" cy="36576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43200" y="1463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3246120" y="1481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 × 2, s = 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(28 − 2) / 2 + 1 = 14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274320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14 × 14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663440" y="13258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1463040"/>
            <a:ext cx="411480" cy="36576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1463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349240" y="1481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Conv, k = 3, p = 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→ 14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× 14 × 14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766560" y="132588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949440" y="1463040"/>
            <a:ext cx="411480" cy="36576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49440" y="1463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452360" y="1481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 × 2, s = 2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→ 7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× 7 × 7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57200" y="315468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3273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3566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Flatten: 16 · 7 · 7 = 784 признака  →  Linear  →  10 логитов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675120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784</a:t>
            </a:r>
            <a:endParaRPr lang="en-US" sz="3400" dirty="0"/>
          </a:p>
        </p:txBody>
      </p:sp>
      <p:sp>
        <p:nvSpPr>
          <p:cNvPr id="37" name="Text 34"/>
          <p:cNvSpPr txBox="1"/>
          <p:nvPr/>
        </p:nvSpPr>
        <p:spPr>
          <a:xfrm>
            <a:off x="731520" y="39136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же чисел, сколько пикселей, но это уже признаки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ВИДЯТ СЛОИ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границ к частям объектов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pic>
        <p:nvPicPr>
          <p:cNvPr id="7" name="Image 0" descr="img5/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389120" cy="31181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3891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схема: так признаки усложняются от слоя к слою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120640" y="1344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20640" y="1344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3 после свертки 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6184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только перепад яркости – граница.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120640" y="225856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20640" y="22585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8 после свертки 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2532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Сочетания границ: углы, дуги, текстуры.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120640" y="31729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20640" y="31729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76072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× 10 после пулинга 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760720" y="34472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больших сетях глубже – части и целые объекты.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5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Эволюция архитектур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LeNet до ResNet: четыре сети – четыре идеи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сети – четыре идеи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97280" y="1691640"/>
            <a:ext cx="6949440" cy="0"/>
          </a:xfrm>
          <a:prstGeom prst="line">
            <a:avLst/>
          </a:prstGeom>
          <a:noFill/>
          <a:ln w="25400">
            <a:solidFill>
              <a:srgbClr val="E2E2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1325880"/>
            <a:ext cx="822960" cy="7315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60" y="1325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LeNet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542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свертки и пулинг, цифры на чеках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тыс. параметров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27248" y="1325880"/>
            <a:ext cx="822960" cy="7315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27248" y="1325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78608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624328" y="2542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dropout, видеокарты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624328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млн параметров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02936" y="1325880"/>
            <a:ext cx="822960" cy="7315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02936" y="1325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654296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700016" y="2542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свертки 3 × 3 в стопках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700016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млн параметров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78624" y="1325880"/>
            <a:ext cx="822960" cy="73152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78624" y="1325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729984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775704" y="2542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остаточные связи, 152 слоя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775704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млн параметров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2960" y="3611880"/>
            <a:ext cx="749808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1560" y="377647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30" name="Image 0" descr="img5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623" y="3885103"/>
            <a:ext cx="185075" cy="18507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721608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идея LeNet ждала 14 лет: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больших сетей нужны были миллионы размеченных картинок (ImageNet) и видеокарты.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свертки 3 × 3 выгоднее одной 5 × 5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5 × 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весов на пару каналов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5 × 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3 × 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весов: 2 · 9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1 + 2 · 2 = 5 × 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64 КАНАЛА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−28 %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102 400 → 73 728 весов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еще одна ReLU между сверт­ками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Стопка маленьких ядер видит столько же, стоит меньше и нелинейнее. Три свертки 3 × 3 заменяют одну 7 × 7.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Остаточная связь: y = F(x) + x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737360" y="13716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3736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23160" y="1755648"/>
            <a:ext cx="0" cy="27432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554480" y="202996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54480" y="20299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3 × 3 + ReLU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23160" y="2414016"/>
            <a:ext cx="0" cy="256032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554480" y="267004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554480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3 × 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423160" y="3054096"/>
            <a:ext cx="0" cy="256032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221992" y="3310128"/>
            <a:ext cx="402336" cy="402336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21992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423160" y="3712464"/>
            <a:ext cx="0" cy="22860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192024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→ 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108960" y="1563624"/>
            <a:ext cx="731520" cy="0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0" y="1563624"/>
            <a:ext cx="0" cy="1947672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2624328" y="3511296"/>
            <a:ext cx="1216152" cy="0"/>
          </a:xfrm>
          <a:prstGeom prst="line">
            <a:avLst/>
          </a:prstGeom>
          <a:noFill/>
          <a:ln w="25400">
            <a:solidFill>
              <a:srgbClr val="8F8260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56616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1344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63440" y="1344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3035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Парадокс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303520" y="1618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сеть из 56 слоев учится хуже, чем из 20 – даже на обучении.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63440" y="225856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63440" y="22585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303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 считает добавку к входу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2532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ничего не делать, достаточно F(x) = 0.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63440" y="31729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63440" y="31729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30352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Значит, блок не ухудшит сеть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303520" y="3447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растет до 152 слоев и больше.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 проходит сквозь слои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170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∂y/∂x = 1 + ∂F/∂x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Пусть каждый слой ослабляет градиент в 10 раз: ∂F/∂x = 0.1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804672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2860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СЕТЬ, 8 СЛОЕВ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· 0.1 · … · 0.1 = 0.1⁸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154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10⁻⁸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первых слоев не доходит ничего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2860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ОСТАТОЧНАЯ СЕТЬ, 8 БЛОКОВ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+ 0.1)⁸ = 1.1⁸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3154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2.14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единица «прямой дороги» спасает градиент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5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стоит сеть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Параметры, вычисления и точность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9 098 параметров SimpleCNN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502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C_out·(C_in·k²) + C_out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932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n_in · n_out + n_out для Linear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1 → 8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9 + 8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74320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8 → 16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1 168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72 + 16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4632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784 → 10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7 850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· 10 + 10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66560" y="1325880"/>
            <a:ext cx="1920240" cy="1737360"/>
          </a:xfrm>
          <a:prstGeom prst="roundRect">
            <a:avLst>
              <a:gd name="adj" fmla="val 3158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944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Вся сеть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9 098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86 % – в Linear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3401568"/>
            <a:ext cx="7680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классу: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параметров станет, если убрать оба пулинга? Сравните с MLP.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в 11 раз меньше и точнее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784 → 128 →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1C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101 770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F826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9 098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Умножений на картинку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1C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101 632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F826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290 080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на тесте, 2 эпохи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1C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0.85–0.87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F826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0.88–0.90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337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– ожидаемый диапазон; точные числа – из задания А4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852160" y="129844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5216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Знания о картинках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1572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Локальность, общие веса, пулинг.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52160" y="216712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52160" y="21671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– вычисления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441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работает во многих позициях.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852160" y="30358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52160" y="3035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учит все из данных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3310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вес на каждый пиксель.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сравнения: логистическая регрессия на пикселях дает около 0.84.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3337560"/>
            <a:ext cx="9144000" cy="18059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137160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2" name="Image 0" descr="img5/ic_Fa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90" y="1490106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параметров при высокой точности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Иерархия: от границ к частям объектов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Слои переносятся на другие задачи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Остаточные связи – сотни слоев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137160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7" name="Image 1" descr="img5/ic_FaTime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50" y="1490106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вычислений – нужны видеокарты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большие размеченные наборы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остаточных связей глубина не учится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для последовательностей переменной длины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текста, речи и временных рядов нужны рекуррентные слои – занятие Б1.5.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5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CNN на Python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№1, часть 4А: nn.Module и цикл обучения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– это класс nn.Module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846320" cy="2788920"/>
          </a:xfrm>
          <a:prstGeom prst="roundRect">
            <a:avLst>
              <a:gd name="adj" fmla="val 196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СЕТИ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SimpleCNN(nn.Module):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self.features = nn.Sequential(...)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self.classifier = nn.Linear(784, 10)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  # features -&gt; flatten(1) -&gt; classifier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__init__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45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Слои – атрибуты; веса попадают в parameters().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forward(x)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3682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вычислений.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907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model(x)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1912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forward – напрямую его не вызывают.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забудьте super().__init__() и flatten(1), а не flatten().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подаются пакетами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846320" cy="2788920"/>
          </a:xfrm>
          <a:prstGeom prst="roundRect">
            <a:avLst>
              <a:gd name="adj" fmla="val 196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И ЦИКЛ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DataLoader(train_ds, batch_size=64,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shuffle=True)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x, y in loader:          # 938 шагов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x: (64, 1, 28, 28), y: (64,)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optimizer.zero_grad()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loss_fn(model(x), 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loss.backward()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optimizer.step()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ToTensor()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45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→ тензор 1 × 28 × 28, числа от 0 до 1.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shuffle=True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3682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порядок пакетов каждую эпоху.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907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строк из Б1.2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1912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обучения не изменился.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FashionMNIST скачивается заранее в папку data – интернет на уроке не нужен.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одна сверточная сеть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SimpleCNN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сети, выход (N, 10)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50792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050792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Ожидается 9 098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9904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72784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72784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А3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67144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train_epoch · evaluate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для DataLoader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А4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против CNN: таблица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73552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56432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56432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А5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050792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get_feature_maps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050792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и карты признаков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9904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72784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А6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867144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ResidualBlock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67144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обычных против 8 остаточных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 nn.Module; свои функции из частей 1С и 3К – для проверки.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6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= экстрактор признаков (свертка → ReLU → пулинг) + классификатор.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06324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Каналов больше – карта меньше: 1×28×28 → 16×7×7 → 10.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VGG: две свертки 3 × 3 видят как 5 × 5, но дешевле.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ResNet: y = F(x) + x – градиент идет по прямой дороге.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9 098 параметров CNN против 101 770 у MLP – и CNN точнее.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nn.Module: слои в __init__, вычисления в forward.</a:t>
            </a:r>
            <a:endParaRPr lang="en-US" sz="1050" dirty="0"/>
          </a:p>
        </p:txBody>
      </p:sp>
      <p:pic>
        <p:nvPicPr>
          <p:cNvPr id="17" name="Image 0" descr="img5/hex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02920"/>
            <a:ext cx="2926080" cy="32369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374904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Архитектуры CNN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2026-09-24T07:15:17Z</dcterms:created>
  <dcterms:modified xsi:type="dcterms:W3CDTF">2026-09-24T07:15:17Z</dcterms:modified>
</cp:coreProperties>
</file>